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4A92-7064-5240-42B4-A02DFF3CF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5497B-FC27-F1E6-4874-C2163A8A4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80B21-998A-5148-85FD-4F9D57F8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1DC25-0BF5-A0B7-906B-F7B6FFB4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70258-D7A6-4DB0-40F9-EEEF1207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47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D756-01EE-1535-16C8-5B0BBB62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897C9-8590-8D2E-A6A0-A3EC24374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1C7C-BF02-6D05-83B1-CF8DDD11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C18D0-352F-A7EC-7B0F-DF94459E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A698E-0B51-092F-650F-1DC6F9A6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668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DD7B6-5002-405C-E17D-ECA50029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E6350-15C0-4C9F-F1FC-9C71A043A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FD26-1CB9-7F79-E17D-57B63A9B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823F5-36DB-280D-2C71-3E08237A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EE97B-AEB5-CE48-E9C5-CD64FAC8F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69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CDBE-20B0-B5E7-2BDB-50C8EC8A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DA673-5604-AD2A-394E-1430379D9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7DD32-B576-20A5-4CAF-558B3E608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0CAA-F73B-48A1-BBE6-EAD0527E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B0AF1-F16A-D9BA-9778-ACD2CCA5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4AB51-3FB0-4EC0-CD9E-8467248F6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81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341B-91B8-FB2F-157F-DC7877084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94650-D8A3-A373-AF23-F3E50E081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6105E-61E7-29B5-8F89-66E2EC172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2A986-CBC2-629A-612D-5DBFED5D1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E6E77-97CF-2463-95B9-4C5FA7C1A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0A191C-43A0-BF14-0568-32A09A5E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2C226-F953-B8BC-E660-68B24072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76C2A1-2F92-2610-E9DE-317AB060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130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31F8-D09E-106B-CE43-7F3F69CD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87671-C246-5974-DA0B-D904EA36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96E83-4A6A-30CE-479D-56AC29DD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85FA3-2C18-9AEA-395B-502EFAED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61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6E7CD-8368-7F23-529D-2FA1E774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70BF6-EB88-B81C-89ED-4602FB97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9EB65-1780-CEF9-5FC5-878B2146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60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101A-C51A-911A-EB32-F1D79AEA1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BBB7E-C5CE-C58D-CAC4-8E7B7A5FC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46BD4-17BE-17ED-71DF-8F65684F2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15889-B968-782D-8C74-79C3C584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91467-1781-813B-7904-4223CB76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7E9C7-18F5-B2F2-6035-71C32F78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77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F38E-A6F9-0F96-888B-464DD2CA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AF10D-DE3C-8681-F431-59ECE7C75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934ED-B453-65E1-A581-09952AF73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6C783-D320-7B07-919A-6E364018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5A6C6-A748-C229-2DD8-642490A8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ABB2A-8835-BC10-5B80-386231BC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63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646F1-AA9B-E808-8904-8AE50533A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810AE-16B3-C695-7432-4419436E9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94851-F134-C82A-546F-0E3407C7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B7322-8A4E-A853-A93C-AEC21E07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7F445-85E2-79D8-8E6E-7314B000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21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97C34-8FA7-E80D-8BDD-1DEA2FF24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A1353-8469-5026-B010-E41FC70D2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DDB33-F040-655F-C127-E5AEB3CF8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761A3-F2AC-0854-62B1-070F0F18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F5F2-5E41-0D2F-5FAE-E44762CA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3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68F27-F7AB-A9EC-4FC0-EEFEE2E3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571EA-8B9F-B3EE-0AFF-D2C4A3DBE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7382E-BA1E-A96A-F8F3-D1BA2B650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9DB5F-A53F-4076-BE7B-48B59BF9D9B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1AEAD-4854-F0F3-6E25-4866C464A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9DB90-030B-E453-4CF8-3FA822268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2CB06-CE79-4CE3-A4AE-8B0B4063F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9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E34B9F-93F3-A258-5788-20C25C1360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6136-79AF-1E26-C42B-8721CB00F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Front Desk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B7BEA-1567-5A64-904B-F004557F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6361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 restaurant billing system with additional features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FD7EC-62A6-1E79-F52B-57304CC39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510" y="2851818"/>
            <a:ext cx="7148980" cy="1751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2D7EDF-C258-C340-919D-2F683D0A7E5E}"/>
              </a:ext>
            </a:extLst>
          </p:cNvPr>
          <p:cNvSpPr txBox="1"/>
          <p:nvPr/>
        </p:nvSpPr>
        <p:spPr>
          <a:xfrm>
            <a:off x="1453361" y="4844146"/>
            <a:ext cx="7964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welcoming screen of the program,</a:t>
            </a:r>
          </a:p>
          <a:p>
            <a:r>
              <a:rPr lang="en-US" dirty="0">
                <a:solidFill>
                  <a:schemeClr val="bg1"/>
                </a:solidFill>
              </a:rPr>
              <a:t>Where you are required to enter the passcode or pin ( by default set to – 123456 )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19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96FB-8C39-5D20-BB21-26B4EEFD1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81780" y="467650"/>
            <a:ext cx="6095999" cy="841808"/>
          </a:xfrm>
        </p:spPr>
        <p:txBody>
          <a:bodyPr>
            <a:normAutofit/>
          </a:bodyPr>
          <a:lstStyle/>
          <a:p>
            <a:r>
              <a:rPr lang="en-US" sz="5400" dirty="0"/>
              <a:t>First Menu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95F71-7AF4-50FF-CA0C-9D7B32AB0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225" y="4210759"/>
            <a:ext cx="8593394" cy="841808"/>
          </a:xfrm>
        </p:spPr>
        <p:txBody>
          <a:bodyPr>
            <a:normAutofit fontScale="92500"/>
          </a:bodyPr>
          <a:lstStyle/>
          <a:p>
            <a:r>
              <a:rPr lang="en-US" dirty="0"/>
              <a:t>You are asked to make a selection</a:t>
            </a:r>
          </a:p>
          <a:p>
            <a:r>
              <a:rPr lang="en-US" dirty="0"/>
              <a:t>Admin gives you some menu management and billing history options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11DEC-1375-A9AD-4AAB-3367AF62F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5" r="25307"/>
          <a:stretch>
            <a:fillRect/>
          </a:stretch>
        </p:blipFill>
        <p:spPr>
          <a:xfrm>
            <a:off x="2567218" y="1865052"/>
            <a:ext cx="5946861" cy="179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93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3344-1BB1-32DF-B054-47ACCF89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Menu/Admin Menu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0B029-36E0-7B78-C802-65A4B6C37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23" y="4119716"/>
            <a:ext cx="10006780" cy="168278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B61BF-6ECF-1B48-2E4E-06E20F531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3" r="19206"/>
          <a:stretch>
            <a:fillRect/>
          </a:stretch>
        </p:blipFill>
        <p:spPr>
          <a:xfrm>
            <a:off x="2438402" y="1690688"/>
            <a:ext cx="6303675" cy="225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66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F972-938F-5B9E-4659-7C28CB4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33" y="-113558"/>
            <a:ext cx="10515600" cy="1325563"/>
          </a:xfrm>
        </p:spPr>
        <p:txBody>
          <a:bodyPr/>
          <a:lstStyle/>
          <a:p>
            <a:r>
              <a:rPr lang="en-US" dirty="0"/>
              <a:t>First Menu/Admin Menu/Show menu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B029B-7BBA-E79A-82B9-F584FAD8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3750" y="1376045"/>
            <a:ext cx="5092618" cy="4270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Menu is divided into categories-</a:t>
            </a:r>
          </a:p>
          <a:p>
            <a:pPr marL="0" indent="0">
              <a:buNone/>
            </a:pPr>
            <a:r>
              <a:rPr lang="en-US" sz="2400" dirty="0"/>
              <a:t>Breakfast , </a:t>
            </a:r>
            <a:r>
              <a:rPr lang="en-US" sz="2400" dirty="0" err="1"/>
              <a:t>maincourse</a:t>
            </a:r>
            <a:r>
              <a:rPr lang="en-US" sz="2400" dirty="0"/>
              <a:t>, appetizers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And sub-divided based on locality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Even further has separation of veg/non-veg</a:t>
            </a:r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A35312-A3CE-03B0-682A-0182C94C9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36" y="1117778"/>
            <a:ext cx="5667322" cy="3491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A6DF6D-12E7-D3AD-9DA0-7EC8305DD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70" y="5018882"/>
            <a:ext cx="5486888" cy="16434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DD0539-B9EB-7EB0-10B5-18B7665EF56F}"/>
              </a:ext>
            </a:extLst>
          </p:cNvPr>
          <p:cNvSpPr txBox="1"/>
          <p:nvPr/>
        </p:nvSpPr>
        <p:spPr>
          <a:xfrm>
            <a:off x="507336" y="4609253"/>
            <a:ext cx="55886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r>
              <a:rPr lang="en-US" sz="100" dirty="0"/>
              <a:t>.</a:t>
            </a:r>
          </a:p>
          <a:p>
            <a:pPr algn="ctr"/>
            <a:endParaRPr lang="en-US" sz="100" dirty="0"/>
          </a:p>
          <a:p>
            <a:pPr algn="ctr"/>
            <a:r>
              <a:rPr lang="en-US" sz="100" dirty="0"/>
              <a:t>.</a:t>
            </a:r>
          </a:p>
          <a:p>
            <a:pPr algn="ctr"/>
            <a:endParaRPr lang="en-IN" sz="100" dirty="0"/>
          </a:p>
        </p:txBody>
      </p:sp>
    </p:spTree>
    <p:extLst>
      <p:ext uri="{BB962C8B-B14F-4D97-AF65-F5344CB8AC3E}">
        <p14:creationId xmlns:p14="http://schemas.microsoft.com/office/powerpoint/2010/main" val="3284750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13A7-73B8-4AD1-FE73-46011BD3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Menu/Admin Menu/Edit Menu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F0D8-61E3-9988-C790-B7A147BC4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5239" y="2418735"/>
            <a:ext cx="2868560" cy="375822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6D1297-27A6-E814-8446-E6AB9F104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5" r="22437"/>
          <a:stretch>
            <a:fillRect/>
          </a:stretch>
        </p:blipFill>
        <p:spPr>
          <a:xfrm>
            <a:off x="1846872" y="1891057"/>
            <a:ext cx="6945305" cy="200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87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0CDB-E2BD-A039-6930-8BABB75A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990" y="134067"/>
            <a:ext cx="11624020" cy="922440"/>
          </a:xfrm>
        </p:spPr>
        <p:txBody>
          <a:bodyPr>
            <a:normAutofit/>
          </a:bodyPr>
          <a:lstStyle/>
          <a:p>
            <a:r>
              <a:rPr lang="en-US" sz="4000" dirty="0"/>
              <a:t>First Menu/Admin Menu/Edit Menu/Add Item To Menu</a:t>
            </a:r>
            <a:endParaRPr lang="en-IN" sz="4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8BA3AB2-68F8-6AA7-95FE-0EC82FDFD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58" y="1287565"/>
            <a:ext cx="11080955" cy="3707222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620526-12F3-AFFA-6736-A0EACA299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43" y="5456903"/>
            <a:ext cx="6521078" cy="1195951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9A65D97-D7FD-02E9-F5AB-9C738D5A3451}"/>
              </a:ext>
            </a:extLst>
          </p:cNvPr>
          <p:cNvCxnSpPr>
            <a:stCxn id="10" idx="1"/>
            <a:endCxn id="14" idx="1"/>
          </p:cNvCxnSpPr>
          <p:nvPr/>
        </p:nvCxnSpPr>
        <p:spPr>
          <a:xfrm rot="10800000" flipH="1" flipV="1">
            <a:off x="993057" y="3141175"/>
            <a:ext cx="1685085" cy="2913703"/>
          </a:xfrm>
          <a:prstGeom prst="bentConnector3">
            <a:avLst>
              <a:gd name="adj1" fmla="val -22318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67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5933-C574-E613-4896-840755E3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5"/>
            <a:ext cx="12192000" cy="922901"/>
          </a:xfrm>
        </p:spPr>
        <p:txBody>
          <a:bodyPr/>
          <a:lstStyle/>
          <a:p>
            <a:r>
              <a:rPr lang="en-US" dirty="0"/>
              <a:t>First Menu/Admin Menu/Edit Menu/Update Item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7D8B-0E9D-C646-BA0B-7644DD561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806" y="3893574"/>
            <a:ext cx="902110" cy="203758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A94E7-B612-6E7F-924C-C68AB9F10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6855"/>
            <a:ext cx="9658185" cy="47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6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1FE5-12F8-2BDF-35B7-73C61E52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en-US" dirty="0"/>
              <a:t>First Menu/Admin Menu/Edit Menu/Remove Item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1F812-A819-6B1D-5466-58368C15A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68" y="2237700"/>
            <a:ext cx="9307224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58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B692-8A12-1EC8-7BB8-46FE62BF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481"/>
            <a:ext cx="12192000" cy="834410"/>
          </a:xfrm>
        </p:spPr>
        <p:txBody>
          <a:bodyPr/>
          <a:lstStyle/>
          <a:p>
            <a:r>
              <a:rPr lang="en-US" dirty="0"/>
              <a:t>First Menu/Admin Menu/Show </a:t>
            </a:r>
            <a:r>
              <a:rPr lang="en-US" dirty="0" err="1"/>
              <a:t>BillHistory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C8D1B-3AC9-758A-B170-7FE1AF792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032" y="3677265"/>
            <a:ext cx="4028768" cy="249969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84AE99-98D1-0865-B2A6-F4811C0B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30" y="1703128"/>
            <a:ext cx="7709295" cy="345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7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9A88-60CA-C8D8-0350-2B8C5021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6" y="13775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dirty="0"/>
              <a:t>Bill example: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F0231-9E1C-2D3A-E412-15409E2B1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0876" y="1825625"/>
            <a:ext cx="2612923" cy="435133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E1C55-5065-5728-5C65-6CF732160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19" y="875071"/>
            <a:ext cx="7703162" cy="571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63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498E-F64C-AA40-FAE7-52C7A0467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Menu/Admin Menu/Revenue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7BEC4-B788-6EE1-6678-AC4379C68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5342" y="4050889"/>
            <a:ext cx="2288458" cy="212607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10347-4314-BFB9-4E68-D76C82BD4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66" y="1891774"/>
            <a:ext cx="7424957" cy="322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5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319A-86A8-6162-BF88-31095D988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318"/>
            <a:ext cx="12192000" cy="686927"/>
          </a:xfrm>
        </p:spPr>
        <p:txBody>
          <a:bodyPr>
            <a:normAutofit fontScale="90000"/>
          </a:bodyPr>
          <a:lstStyle/>
          <a:p>
            <a:r>
              <a:rPr lang="en-US" dirty="0"/>
              <a:t>First Menu/Admin Menu/Employees Served Guest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6BD0F-2E83-2FD3-CB9C-B4067AC24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064" y="3844413"/>
            <a:ext cx="2799735" cy="233255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B29EA-D435-A234-690A-EE7F617FB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2" y="1140081"/>
            <a:ext cx="6400335" cy="2370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9F08DE-75AB-0B97-FBA4-6AD36B56A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38" y="3844412"/>
            <a:ext cx="7744906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36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CF65-314F-1D64-1748-3B2348F7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Menu/Admin Menu/Update PIN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329CD-4501-0356-C3F6-8DAE0A3D8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7754" y="4336025"/>
            <a:ext cx="3016045" cy="184093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301414-43AF-F1C1-CE0D-E24D2C236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58" y="2212077"/>
            <a:ext cx="6820852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6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FF93-96CF-95D3-BE49-247A954E8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/>
          <a:lstStyle/>
          <a:p>
            <a:r>
              <a:rPr lang="en-US" b="1" dirty="0"/>
              <a:t>Problems Faced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36C7E-7353-1606-1826-F72791538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323"/>
            <a:ext cx="10515600" cy="4554640"/>
          </a:xfrm>
        </p:spPr>
        <p:txBody>
          <a:bodyPr/>
          <a:lstStyle/>
          <a:p>
            <a:r>
              <a:rPr lang="en-US" dirty="0"/>
              <a:t>First challenge was data storage :</a:t>
            </a:r>
          </a:p>
          <a:p>
            <a:pPr lvl="1"/>
            <a:r>
              <a:rPr lang="en-US" dirty="0"/>
              <a:t>First consideration was database, that didn’t  workout</a:t>
            </a:r>
          </a:p>
          <a:p>
            <a:pPr lvl="1"/>
            <a:r>
              <a:rPr lang="en-US" dirty="0"/>
              <a:t>So I turned  to binary file storage</a:t>
            </a:r>
          </a:p>
          <a:p>
            <a:r>
              <a:rPr lang="en-US" dirty="0"/>
              <a:t>Second was understanding handling those binary files</a:t>
            </a:r>
          </a:p>
          <a:p>
            <a:r>
              <a:rPr lang="en-US" dirty="0"/>
              <a:t>Then understanding use of &lt;</a:t>
            </a:r>
            <a:r>
              <a:rPr lang="en-US" dirty="0" err="1"/>
              <a:t>time.h</a:t>
            </a:r>
            <a:r>
              <a:rPr lang="en-US" dirty="0"/>
              <a:t>&gt;</a:t>
            </a:r>
          </a:p>
          <a:p>
            <a:r>
              <a:rPr lang="en-US" dirty="0"/>
              <a:t> </a:t>
            </a:r>
            <a:r>
              <a:rPr lang="en-US"/>
              <a:t>creating better UI</a:t>
            </a:r>
            <a:endParaRPr lang="en-US" dirty="0"/>
          </a:p>
          <a:p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57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224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Front Desk</vt:lpstr>
      <vt:lpstr>First Menu</vt:lpstr>
      <vt:lpstr>First Menu/Admin Menu</vt:lpstr>
      <vt:lpstr>First Menu/Admin Menu/Show menu</vt:lpstr>
      <vt:lpstr>First Menu/Admin Menu/Edit Menu</vt:lpstr>
      <vt:lpstr>First Menu/Admin Menu/Edit Menu/Add Item To Menu</vt:lpstr>
      <vt:lpstr>First Menu/Admin Menu/Edit Menu/Update Item</vt:lpstr>
      <vt:lpstr>First Menu/Admin Menu/Edit Menu/Remove Item</vt:lpstr>
      <vt:lpstr>First Menu/Admin Menu/Show BillHistory</vt:lpstr>
      <vt:lpstr>Bill example:</vt:lpstr>
      <vt:lpstr>First Menu/Admin Menu/Revenue</vt:lpstr>
      <vt:lpstr>First Menu/Admin Menu/Employees Served Guest</vt:lpstr>
      <vt:lpstr>First Menu/Admin Menu/Update PIN</vt:lpstr>
      <vt:lpstr>Problems Faced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kushagra awasthi</dc:creator>
  <cp:lastModifiedBy>kushagra awasthi</cp:lastModifiedBy>
  <cp:revision>3</cp:revision>
  <dcterms:created xsi:type="dcterms:W3CDTF">2025-12-01T05:01:58Z</dcterms:created>
  <dcterms:modified xsi:type="dcterms:W3CDTF">2025-12-02T07:30:33Z</dcterms:modified>
</cp:coreProperties>
</file>